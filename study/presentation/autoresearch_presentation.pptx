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in verbosity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Metric</c:v>
                  </c:pt>
                  <c:pt idx="1">
                    <c:v>Breadth</c:v>
                  </c:pt>
                  <c:pt idx="2">
                    <c:v>Stopping</c:v>
                  </c:pt>
                  <c:pt idx="3">
                    <c:v>Output</c:v>
                  </c:pt>
                  <c:pt idx="4">
                    <c:v>Emphasis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</c:v>
                </c:pt>
                <c:pt idx="1">
                  <c:v>8.8</c:v>
                </c:pt>
                <c:pt idx="2">
                  <c:v>11.6</c:v>
                </c:pt>
                <c:pt idx="3">
                  <c:v>73.7</c:v>
                </c:pt>
                <c:pt idx="4">
                  <c:v>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Variance in best accuracy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Metric</c:v>
                  </c:pt>
                  <c:pt idx="1">
                    <c:v>Breadth</c:v>
                  </c:pt>
                  <c:pt idx="2">
                    <c:v>Stopping</c:v>
                  </c:pt>
                  <c:pt idx="3">
                    <c:v>Output</c:v>
                  </c:pt>
                  <c:pt idx="4">
                    <c:v>Emphasis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5.3</c:v>
                </c:pt>
                <c:pt idx="1">
                  <c:v>0</c:v>
                </c:pt>
                <c:pt idx="2">
                  <c:v>5.3</c:v>
                </c:pt>
                <c:pt idx="3">
                  <c:v>5.3</c:v>
                </c:pt>
                <c:pt idx="4">
                  <c:v>84.1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2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B6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6B6B"/>
                    </a:solidFill>
                    <a:latin typeface="Arial"/>
                  </a:rPr>
                  <a:t>Share of variance explained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STUDY IN AUTORESEARCH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8A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Black Box</a:t>
            </a:r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White Box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how an instruction file shapes an autonomous research agent's behavior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Block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project with Prof. Ramesh   •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instruction file steers the whole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autoresearch loop is a language model that runs its own small research cycle: read the instructions, propose an experiment, run it, interpret the result, decide what's next.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instruction file — program.md — and the agent's behavior changes. But which sentence caused which change, and by how much? Usually: nobody knows.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21488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0" y="2258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5328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26680" y="214884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21488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2258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25328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64040" y="214884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784080" y="21488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784080" y="2258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784080" y="25328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01400" y="214884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521440" y="21488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521440" y="2258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521440" y="25328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291840"/>
            <a:ext cx="662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repeat until the agent decides to stop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794760"/>
            <a:ext cx="6629400" cy="1417320"/>
          </a:xfrm>
          <a:prstGeom prst="roundRect">
            <a:avLst>
              <a:gd name="adj" fmla="val 6452"/>
            </a:avLst>
          </a:prstGeom>
          <a:solidFill>
            <a:srgbClr val="141414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023360"/>
            <a:ext cx="6172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program.md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governs every stage above. Same task, different wording,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measurably different research process.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the instruction file like a hyperparameter vector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already has tools for exactly this problem — just applied to hyperparameters instead of instructions.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548640" cy="54864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design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small, principled subset of configurations to run — not all of them, not random ones.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468880"/>
            <a:ext cx="548640" cy="54864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model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37490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an interpretable model: which instruction axis explains how much of the resulting behavior.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468880"/>
            <a:ext cx="548640" cy="54864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validation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37490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held-out configuration's behavior before running it, then check the prediction for real.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CONFIGURATION 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instructional axes, two levels each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possible program.md is generated from a 5-bit vector; a template guarantees two files differ only in the axes intentionally varied.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7899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860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2219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22219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(“judge appropriate”) vs. precise (CV accuracy + std)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107899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18211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82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311810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311810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one model family vs. free to compare both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41064"/>
            <a:ext cx="107899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078224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78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01421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49040" y="401421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budget of 3 vs. adaptive, up to 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107899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974336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974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49103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49040" y="49103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 and numeric vs. fully reasoned prose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733288"/>
            <a:ext cx="107899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87044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870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8760" y="5806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749040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broadly first vs. refine immediately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DESIGN AND 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experiments, not simulated 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resolution-III Plackett–Burman design selects 8 of the 32 possible configurations — enough to estimate every axis's individual effect without bias, without needing all 32.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configuration runs against a real scikit-learn task: tune Random Forest / Gradient Boosting on the Breast Cancer Wisconsin dataset. Every number the agent sees — accuracy, std — is a genuine measurement, never invented.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62763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263640" y="23591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83880" y="14630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8183880" y="162763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23591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104120" y="14630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10104120" y="162763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0104120" y="23591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model fits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306324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32461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program.md excerpt (2 of 32 renders)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61188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S=0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“Fixed budget of exactly 3 experiments.”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S=1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“Up to 8; stop once improvement &lt; 0.002.”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BEHAVIORAL ENCODING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numbers per run, each answering a specific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429000" cy="6858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research happened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experiments run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model families tried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width (hyperparameter spread)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554480"/>
            <a:ext cx="3429000" cy="6858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5544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pay off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cross-validated accuracy reached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554480"/>
            <a:ext cx="3429000" cy="6858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5544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pipeline be trusted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21040" y="246888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verbosity (known ground truth check)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a reference research trace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axis explains which behavior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554480"/>
            <a:ext cx="4114800" cy="4206240"/>
          </a:xfrm>
          <a:prstGeom prst="roundRect">
            <a:avLst>
              <a:gd name="adj" fmla="val 2667"/>
            </a:avLst>
          </a:prstGeom>
          <a:solidFill>
            <a:srgbClr val="141414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headline findings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18120" y="214884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 → verbosity
</a:t>
            </a:r>
            <a:endParaRPr lang="en-US" sz="14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the variance, p = 0.027. Expected — confirms the pipeline works end to end.
</a:t>
            </a:r>
            <a:endParaRPr lang="en-US" sz="14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 → accuracy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of the variance. Refine-immediately beats explore-first by ~0.25 accuracy points — a real, non-obvious effect the axis says nothing about directly.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CAUSAL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first, then run it for real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configuration was held out of the design. The model's prediction was written down before the configuration was ever executed.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experiments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108960" y="2880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68680" y="39502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by a quarter of an experiment — essentially exact.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512064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reached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0.9648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869680" y="2880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69680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0.9610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629400" y="39502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by ~0.004 — small, explainable miss (an interaction the design can't see).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41414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8463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wrong-but-explainable prediction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more useful than a validation step that's skipped, or one that always happens to be right. The miss points straight at what the design couldn't see: an interaction between axes.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BLACK BOX ACTUALLY OPENED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white box — of behavior, not of mechanism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299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became visible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program.md became a labeled 5-axis vector, not an opaque file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 → behavior link is a readable linear model, not another black box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prediction was checked against a real run before the outcome was known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057400"/>
            <a:ext cx="411480" cy="4114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0299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stayed opaque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explains the model's internal mechanism — weights, attention, computation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describe this study's own small system, not autoresearch loops in general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method is a candidate for generalizing — not yet the specific numbers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THESE FIRMLY IN MIND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stated plainly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was the author, not an independent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run's decisions were made by someone who already knew this was an ablation study — a real confound.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80136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reference trace is authored, not recorded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5146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experiment numbers, but an invented reasoning process — not an observed human.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04164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repeats per configuration; 8 configurations → only 2 residual degrees of freedom in every model.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114800"/>
            <a:ext cx="457200" cy="45720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04164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scope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47548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two model families, five axes — findings are not yet shown to generalize.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method, demonstrated end to 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of the agenda ran against real, executed machine-learning experiments — configuration space, ablation design, surrogate model, and a causal check that made a falsifiable prediction and tested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author-as-agent substitution with independent, fresh-context model calls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 actual human reference session to replace the authored trace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design (resolution IV+) to estimate the interaction Step 6 flagged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across more than one dataset to test generality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report: github.com/topoftheblock/autoresearch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2026-07-15T14:46:29Z</dcterms:created>
  <dcterms:modified xsi:type="dcterms:W3CDTF">2026-07-15T14:46:29Z</dcterms:modified>
</cp:coreProperties>
</file>